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3716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SEHAT - Doctor Appointment Booking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404040"/>
                </a:solidFill>
              </a:defRPr>
            </a:pPr>
            <a:r>
              <a:t>A Full-Stack Healthcare Appointment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Student Names: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[Student Name 1]</a:t>
            </a:r>
            <a:br/>
            <a:r>
              <a:t>[Student Name 2]</a:t>
            </a:r>
            <a:br/>
            <a:r>
              <a:t>[Student Name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Company Name: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[Company/Organization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External Guide: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[Guide Name], [Designation]</a:t>
            </a:r>
            <a:br/>
            <a:r>
              <a:t>[Company Name]</a:t>
            </a:r>
          </a:p>
          <a:p>
            <a:br/>
            <a:pPr>
              <a:spcBef>
                <a:spcPts val="800"/>
              </a:spcBef>
              <a:defRPr sz="1400" b="1">
                <a:solidFill>
                  <a:srgbClr val="1F4E79"/>
                </a:solidFill>
              </a:defRPr>
            </a:pPr>
            <a:r>
              <a:t>Internal Guide:</a:t>
            </a:r>
          </a:p>
          <a:p>
            <a:pPr>
              <a:spcBef>
                <a:spcPts val="300"/>
              </a:spcBef>
              <a:defRPr sz="1200">
                <a:solidFill>
                  <a:srgbClr val="404040"/>
                </a:solidFill>
              </a:defRPr>
            </a:pPr>
            <a:r>
              <a:t>[Guide Name], [Designation]</a:t>
            </a:r>
            <a:br/>
            <a:r>
              <a:t>[Institution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Project Overview: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Sehat is a comprehensive healthcare appointment management system that connects patients with doctors through a modern, secure platform.</a:t>
            </a:r>
          </a:p>
          <a:p>
            <a:pPr>
              <a:spcBef>
                <a:spcPts val="1200"/>
              </a:spcBef>
              <a:defRPr sz="1400" b="1">
                <a:solidFill>
                  <a:srgbClr val="4472C4"/>
                </a:solidFill>
              </a:defRPr>
            </a:pPr>
            <a:r>
              <a:t>Problem Statement: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Inefficient appointment booking processes</a:t>
            </a:r>
            <a:br/>
            <a:r>
              <a:t>• Lack of integrated payment systems</a:t>
            </a:r>
            <a:br/>
            <a:r>
              <a:t>• Poor digital health record management</a:t>
            </a:r>
            <a:br/>
            <a:r>
              <a:t>• Limited access to doctor information</a:t>
            </a:r>
          </a:p>
          <a:p>
            <a:pPr>
              <a:spcBef>
                <a:spcPts val="1200"/>
              </a:spcBef>
              <a:defRPr sz="1400" b="1">
                <a:solidFill>
                  <a:srgbClr val="4472C4"/>
                </a:solidFill>
              </a:defRPr>
            </a:pPr>
            <a:r>
              <a:t>Solution: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A full-stack web application providing:</a:t>
            </a:r>
            <a:br/>
            <a:r>
              <a:t>• Easy doctor discovery with location-based search</a:t>
            </a:r>
            <a:br/>
            <a:r>
              <a:t>• Seamless appointment booking with real-time availability</a:t>
            </a:r>
            <a:br/>
            <a:r>
              <a:t>• Secure payment processing via Stripe</a:t>
            </a:r>
            <a:br/>
            <a:r>
              <a:t>• Digital prescription and document management</a:t>
            </a:r>
            <a:br/>
            <a:r>
              <a:t>• Multi-clinic support for healthcare providers</a:t>
            </a:r>
          </a:p>
          <a:p>
            <a:pPr>
              <a:spcBef>
                <a:spcPts val="1200"/>
              </a:spcBef>
              <a:defRPr sz="1400" b="1">
                <a:solidFill>
                  <a:srgbClr val="4472C4"/>
                </a:solidFill>
              </a:defRPr>
            </a:pPr>
            <a:r>
              <a:t>Project Scope: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End-to-end implementation from database design to user interface, including backend APIs, frontend dashboard, payment integration, and security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</a:defRPr>
            </a:pPr>
            <a:r>
              <a:t>Layered Architecture (N-Tier Pattern)</a:t>
            </a:r>
          </a:p>
          <a:p>
            <a:br/>
            <a:pPr>
              <a:spcBef>
                <a:spcPts val="1000"/>
              </a:spcBef>
              <a:defRPr sz="900">
                <a:solidFill>
                  <a:srgbClr val="404040"/>
                </a:solidFill>
                <a:latin typeface="Courier New"/>
              </a:defRPr>
            </a:pPr>
            <a:r>
              <a:t>┌─────────────────────────────────┐</a:t>
            </a:r>
            <a:br/>
            <a:r>
              <a:t>│   Presentation Layer (React)    │</a:t>
            </a:r>
            <a:br/>
            <a:r>
              <a:t>│   • Components &amp; Pages          │</a:t>
            </a:r>
            <a:br/>
            <a:r>
              <a:t>│   • Redux State Management      │</a:t>
            </a:r>
            <a:br/>
            <a:r>
              <a:t>└────────────┬────────────────────┘</a:t>
            </a:r>
            <a:br/>
            <a:r>
              <a:t>             │ HTTP/REST</a:t>
            </a:r>
            <a:br/>
            <a:r>
              <a:t>┌────────────▼────────────────────┐</a:t>
            </a:r>
            <a:br/>
            <a:r>
              <a:t>│   API Layer (Controllers)       │</a:t>
            </a:r>
            <a:br/>
            <a:r>
              <a:t>│   • RESTful Endpoints           │</a:t>
            </a:r>
            <a:br/>
            <a:r>
              <a:t>│   • Request/Response Handling   │</a:t>
            </a:r>
            <a:br/>
            <a:r>
              <a:t>└────────────┬────────────────────┘</a:t>
            </a:r>
            <a:br/>
            <a:r>
              <a:t>             │</a:t>
            </a:r>
            <a:br/>
            <a:r>
              <a:t>┌────────────▼────────────────────┐</a:t>
            </a:r>
            <a:br/>
            <a:r>
              <a:t>│   Business Logic (Services)     │</a:t>
            </a:r>
            <a:br/>
            <a:r>
              <a:t>│   • Validation &amp; Processing     │</a:t>
            </a:r>
            <a:br/>
            <a:r>
              <a:t>│   • Business Rules              │</a:t>
            </a:r>
            <a:br/>
            <a:r>
              <a:t>└────────────┬────────────────────┘</a:t>
            </a:r>
            <a:br/>
            <a:r>
              <a:t>             │</a:t>
            </a:r>
            <a:br/>
            <a:r>
              <a:t>┌────────────▼────────────────────┐</a:t>
            </a:r>
            <a:br/>
            <a:r>
              <a:t>│   Data Access (Repositories)    │</a:t>
            </a:r>
            <a:br/>
            <a:r>
              <a:t>│   • Entity Framework Core       │</a:t>
            </a:r>
            <a:br/>
            <a:r>
              <a:t>│   • CRUD Operations             │</a:t>
            </a:r>
            <a:br/>
            <a:r>
              <a:t>└────────────┬────────────────────┘</a:t>
            </a:r>
            <a:br/>
            <a:r>
              <a:t>             │</a:t>
            </a:r>
            <a:br/>
            <a:r>
              <a:t>┌────────────▼────────────────────┐</a:t>
            </a:r>
            <a:br/>
            <a:r>
              <a:t>│   Database Layer (MySQL)        │</a:t>
            </a:r>
            <a:br/>
            <a:r>
              <a:t>│   • 11 Tables                   │</a:t>
            </a:r>
            <a:br/>
            <a:r>
              <a:t>│   • Relationships &amp; Constraints │</a:t>
            </a:r>
            <a:br/>
            <a:r>
              <a:t>└─────────────────────────────────┘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Design Patterns: Repository Pattern • Service Pattern • Dependency Injection • DTO Pattern • Middleware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Backend Technologies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ASP.NET Core 8.0 Web API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C# 12 (Nullable enabled)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Entity Framework Core 8.0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MySQL 8.0 (Pomelo Provider)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JWT Bearer Authentication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BCrypt.Net (Password Hashing)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Stripe.NET SDK 51.0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NLog (Structured Logging)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Swagger/OpenAPI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Dependency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472C4"/>
                </a:solidFill>
              </a:defRPr>
            </a:pPr>
            <a:r>
              <a:t>Frontend Technologies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React 19.2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Vite 7.3 (Build Tool)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Tailwind CSS 4.2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Redux Toolkit 2.11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React Router DOM 7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Framer Motion (Animations)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React Leaflet (Maps)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Stripe React Components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React Hot Toast</a:t>
            </a:r>
          </a:p>
          <a:p>
            <a:pPr>
              <a:spcBef>
                <a:spcPts val="300"/>
              </a:spcBef>
              <a:defRPr sz="1100">
                <a:solidFill>
                  <a:srgbClr val="404040"/>
                </a:solidFill>
              </a:defRPr>
            </a:pPr>
            <a:r>
              <a:t>• Lucide React (Icons)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Database Schema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645920"/>
            <a:ext cx="7315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472C4"/>
                </a:solidFill>
              </a:defRPr>
            </a:pPr>
            <a:r>
              <a:t>Database: MySQL 8.0 | Total Tables: 11 | ORM: Entity Framework Core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TBL01 - users</a:t>
            </a:r>
            <a:r>
              <a:rPr b="0">
                <a:solidFill>
                  <a:srgbClr val="404040"/>
                </a:solidFill>
              </a:rPr>
              <a:t>: Master user accounts (email, password_hash, user_type)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TBL02 - patients</a:t>
            </a:r>
            <a:r>
              <a:rPr b="0">
                <a:solidFill>
                  <a:srgbClr val="404040"/>
                </a:solidFill>
              </a:rPr>
              <a:t>: Patient health profiles (blood_group, allergies, emergency_contact)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TBL03 - doctors</a:t>
            </a:r>
            <a:r>
              <a:rPr b="0">
                <a:solidFill>
                  <a:srgbClr val="404040"/>
                </a:solidFill>
              </a:rPr>
              <a:t>: Doctor credentials (specialization, license, consultation_fee)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TBL04 - appointments</a:t>
            </a:r>
            <a:r>
              <a:rPr b="0">
                <a:solidFill>
                  <a:srgbClr val="404040"/>
                </a:solidFill>
              </a:rPr>
              <a:t>: Appointment records (status, reason, appointment_time)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TBL05 - clinics</a:t>
            </a:r>
            <a:r>
              <a:rPr b="0">
                <a:solidFill>
                  <a:srgbClr val="404040"/>
                </a:solidFill>
              </a:rPr>
              <a:t>: Healthcare facilities (address, coordinates, phone)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TBL06 - doctor_clinics</a:t>
            </a:r>
            <a:r>
              <a:rPr b="0">
                <a:solidFill>
                  <a:srgbClr val="404040"/>
                </a:solidFill>
              </a:rPr>
              <a:t>: Doctor-Clinic many-to-many mapping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TBL07 - appointment_slots</a:t>
            </a:r>
            <a:r>
              <a:rPr b="0">
                <a:solidFill>
                  <a:srgbClr val="404040"/>
                </a:solidFill>
              </a:rPr>
              <a:t>: Available time slots (slot_start, is_booked)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TBL08 - prescriptions</a:t>
            </a:r>
            <a:r>
              <a:rPr b="0">
                <a:solidFill>
                  <a:srgbClr val="404040"/>
                </a:solidFill>
              </a:rPr>
              <a:t>: Digital prescriptions (diagnosis, medications, dosage)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TBL09 - medical_documents</a:t>
            </a:r>
            <a:r>
              <a:rPr b="0">
                <a:solidFill>
                  <a:srgbClr val="404040"/>
                </a:solidFill>
              </a:rPr>
              <a:t>: Patient documents (file_path, file_size, mime_type)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TBL10 - payments</a:t>
            </a:r>
            <a:r>
              <a:rPr b="0">
                <a:solidFill>
                  <a:srgbClr val="404040"/>
                </a:solidFill>
              </a:rPr>
              <a:t>: Stripe transactions (amount_cents, status, payment_intent_id)</a:t>
            </a:r>
          </a:p>
          <a:p>
            <a:pPr>
              <a:spcBef>
                <a:spcPts val="600"/>
              </a:spcBef>
              <a:defRPr sz="1000" b="1">
                <a:solidFill>
                  <a:srgbClr val="4472C4"/>
                </a:solidFill>
              </a:defRPr>
            </a:pPr>
            <a:r>
              <a:t>TBL11 - refunds</a:t>
            </a:r>
            <a:r>
              <a:rPr b="0">
                <a:solidFill>
                  <a:srgbClr val="404040"/>
                </a:solidFill>
              </a:rPr>
              <a:t>: Payment refunds (refund_amount, refund_status)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04040"/>
                </a:solidFill>
              </a:defRPr>
            </a:pPr>
            <a:r>
              <a:t>Key Relationships: User ↔ Patient/Doctor (1:1) • Appointments → Payments (1:1) • Doctors ↔ Clinics (M:N)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Authentication Service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Secure user registration and login with BCrypt password hashing and JWT token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7315200" cy="36576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7040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AuthService.cs - Password Hashing &amp; User Creation</a:t>
            </a:r>
          </a:p>
          <a:p/>
          <a:p>
            <a:r>
              <a:t>public async Task&lt;LoginResponse&gt; SignupPresaveAsync(SignupRequest request)</a:t>
            </a:r>
          </a:p>
          <a:p>
            <a:r>
              <a:t>{</a:t>
            </a:r>
          </a:p>
          <a:p>
            <a:r>
              <a:t>    // Check if email already exists</a:t>
            </a:r>
          </a:p>
          <a:p>
            <a:r>
              <a:t>    var existingUser = await _userRepository</a:t>
            </a:r>
          </a:p>
          <a:p>
            <a:r>
              <a:t>        .FindByEmailAsync(request.Email);</a:t>
            </a:r>
          </a:p>
          <a:p>
            <a:r>
              <a:t>    if (existingUser != null)</a:t>
            </a:r>
          </a:p>
          <a:p>
            <a:r>
              <a:t>        throw new AppException("Email already registered", 400);</a:t>
            </a:r>
          </a:p>
          <a:p/>
          <a:p>
            <a:r>
              <a:t>    // Hash password using BCrypt</a:t>
            </a:r>
          </a:p>
          <a:p>
            <a:r>
              <a:t>    string passwordHash = BCrypt.Net.BCrypt.HashPassword(</a:t>
            </a:r>
          </a:p>
          <a:p>
            <a:r>
              <a:t>        request.Password, </a:t>
            </a:r>
          </a:p>
          <a:p>
            <a:r>
              <a:t>        workFactor: 4</a:t>
            </a:r>
          </a:p>
          <a:p>
            <a:r>
              <a:t>    );</a:t>
            </a:r>
          </a:p>
          <a:p/>
          <a:p>
            <a:r>
              <a:t>    // Create user entity</a:t>
            </a:r>
          </a:p>
          <a:p>
            <a:r>
              <a:t>    var user = new TBL01</a:t>
            </a:r>
          </a:p>
          <a:p>
            <a:r>
              <a:t>    {</a:t>
            </a:r>
          </a:p>
          <a:p>
            <a:r>
              <a:t>        L01F02 = (int)request.UserType,  // PATIENT or DOCTOR</a:t>
            </a:r>
          </a:p>
          <a:p>
            <a:r>
              <a:t>        L01F03 = request.FullName,</a:t>
            </a:r>
          </a:p>
          <a:p>
            <a:r>
              <a:t>        L01F04 = request.Email,</a:t>
            </a:r>
          </a:p>
          <a:p>
            <a:r>
              <a:t>        L01F05 = passwordHash,           // Hashed password</a:t>
            </a:r>
          </a:p>
          <a:p>
            <a:r>
              <a:t>        L01F06 = request.PhoneNumber,</a:t>
            </a:r>
          </a:p>
          <a:p>
            <a:r>
              <a:t>        L01F07 = DateTime.UtcNow</a:t>
            </a:r>
          </a:p>
          <a:p>
            <a:r>
              <a:t>    };</a:t>
            </a:r>
          </a:p>
          <a:p/>
          <a:p>
            <a:r>
              <a:t>    return user;</a:t>
            </a:r>
          </a:p>
          <a:p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✓ BCrypt hashing with work factor 4  •  ✓ Email uniqueness validation  •  ✓ UTC timestamp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JWT Token Generation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Generate JWT tokens with user claims for authentication and authorization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7315200" cy="34747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7040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TokenService.cs - JWT Token Generation</a:t>
            </a:r>
          </a:p>
          <a:p/>
          <a:p>
            <a:r>
              <a:t>public string GenerateToken(TBL01 user)</a:t>
            </a:r>
          </a:p>
          <a:p>
            <a:r>
              <a:t>{</a:t>
            </a:r>
          </a:p>
          <a:p>
            <a:r>
              <a:t>    var key = new SymmetricSecurityKey(</a:t>
            </a:r>
          </a:p>
          <a:p>
            <a:r>
              <a:t>        Convert.FromBase64String(_jwtSecret)</a:t>
            </a:r>
          </a:p>
          <a:p>
            <a:r>
              <a:t>    );</a:t>
            </a:r>
          </a:p>
          <a:p>
            <a:r>
              <a:t>    var credentials = new SigningCredentials(</a:t>
            </a:r>
          </a:p>
          <a:p>
            <a:r>
              <a:t>        key, </a:t>
            </a:r>
          </a:p>
          <a:p>
            <a:r>
              <a:t>        SecurityAlgorithms.HmacSha256</a:t>
            </a:r>
          </a:p>
          <a:p>
            <a:r>
              <a:t>    );</a:t>
            </a:r>
          </a:p>
          <a:p/>
          <a:p>
            <a:r>
              <a:t>    // Define claims</a:t>
            </a:r>
          </a:p>
          <a:p>
            <a:r>
              <a:t>    var claims = new[]</a:t>
            </a:r>
          </a:p>
          <a:p>
            <a:r>
              <a:t>    {</a:t>
            </a:r>
          </a:p>
          <a:p>
            <a:r>
              <a:t>        new Claim(ClaimTypes.NameIdentifier, user.L01F01.ToString()),</a:t>
            </a:r>
          </a:p>
          <a:p>
            <a:r>
              <a:t>        new Claim(ClaimTypes.Role, ((UserType)user.L01F02).ToString())</a:t>
            </a:r>
          </a:p>
          <a:p>
            <a:r>
              <a:t>    };</a:t>
            </a:r>
          </a:p>
          <a:p/>
          <a:p>
            <a:r>
              <a:t>    // Create JWT token</a:t>
            </a:r>
          </a:p>
          <a:p>
            <a:r>
              <a:t>    var token = new JwtSecurityToken(</a:t>
            </a:r>
          </a:p>
          <a:p>
            <a:r>
              <a:t>        claims: claims,</a:t>
            </a:r>
          </a:p>
          <a:p>
            <a:r>
              <a:t>        expires: DateTime.UtcNow.AddHours(2),  // 2-hour expiration</a:t>
            </a:r>
          </a:p>
          <a:p>
            <a:r>
              <a:t>        signingCredentials: credentials</a:t>
            </a:r>
          </a:p>
          <a:p>
            <a:r>
              <a:t>    );</a:t>
            </a:r>
          </a:p>
          <a:p/>
          <a:p>
            <a:r>
              <a:t>    return new JwtSecurityTokenHandler().WriteToken(token);</a:t>
            </a:r>
          </a:p>
          <a:p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4E79"/>
                </a:solidFill>
              </a:defRPr>
            </a:pPr>
            <a:r>
              <a:t>JWT Structure: Header (Algorithm) • Payload (User ID, Role) • Signature (HMAC-SHA256)</a:t>
            </a:r>
          </a:p>
          <a:p>
            <a:pPr>
              <a:defRPr sz="900">
                <a:solidFill>
                  <a:srgbClr val="404040"/>
                </a:solidFill>
              </a:defRPr>
            </a:pPr>
            <a:r>
              <a:t>Token expires after 2 hours • Stored in localStorage on client • Sent as Bearer token in Authorization header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Appointment Booking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Multi-step workflow for creating appointments with validation and slot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7863840" cy="39319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75895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AppointmentService.cs - Create Appointment Workflow</a:t>
            </a:r>
          </a:p>
          <a:p/>
          <a:p>
            <a:r>
              <a:t>public async Task CreateAppointmentValidateAsync()</a:t>
            </a:r>
          </a:p>
          <a:p>
            <a:r>
              <a:t>{</a:t>
            </a:r>
          </a:p>
          <a:p>
            <a:r>
              <a:t>    var slot = await _appointmentSlotRepository</a:t>
            </a:r>
          </a:p>
          <a:p>
            <a:r>
              <a:t>        .FindByIdAsync(_createState.Request.SlotId);</a:t>
            </a:r>
          </a:p>
          <a:p>
            <a:r>
              <a:t>    </a:t>
            </a:r>
          </a:p>
          <a:p>
            <a:r>
              <a:t>    if (slot == null)</a:t>
            </a:r>
          </a:p>
          <a:p>
            <a:r>
              <a:t>        throw new AppException("Slot not found", 404);</a:t>
            </a:r>
          </a:p>
          <a:p>
            <a:r>
              <a:t>    </a:t>
            </a:r>
          </a:p>
          <a:p>
            <a:r>
              <a:t>    if (slot.L07F06)  // is_booked flag</a:t>
            </a:r>
          </a:p>
          <a:p>
            <a:r>
              <a:t>        throw new AppException("Slot already booked", 400);</a:t>
            </a:r>
          </a:p>
          <a:p>
            <a:r>
              <a:t>    </a:t>
            </a:r>
          </a:p>
          <a:p>
            <a:r>
              <a:t>    // Verify clinic association</a:t>
            </a:r>
          </a:p>
          <a:p>
            <a:r>
              <a:t>    var doctorClinic = await _doctorClinicRepository</a:t>
            </a:r>
          </a:p>
          <a:p>
            <a:r>
              <a:t>        .FindByDoctorAndClinicAsync(</a:t>
            </a:r>
          </a:p>
          <a:p>
            <a:r>
              <a:t>            slot.L07F02,  // doctor_user_id</a:t>
            </a:r>
          </a:p>
          <a:p>
            <a:r>
              <a:t>            _createState.Request.ClinicId</a:t>
            </a:r>
          </a:p>
          <a:p>
            <a:r>
              <a:t>        );</a:t>
            </a:r>
          </a:p>
          <a:p>
            <a:r>
              <a:t>    </a:t>
            </a:r>
          </a:p>
          <a:p>
            <a:r>
              <a:t>    if (doctorClinic == null)</a:t>
            </a:r>
          </a:p>
          <a:p>
            <a:r>
              <a:t>        throw new AppException("Invalid clinic for doctor", 400);</a:t>
            </a:r>
          </a:p>
          <a:p>
            <a:r>
              <a:t>}</a:t>
            </a:r>
          </a:p>
          <a:p/>
          <a:p>
            <a:r>
              <a:t>public async Task&lt;AppointmentResponse&gt; CreateAppointmentSaveAsync()</a:t>
            </a:r>
          </a:p>
          <a:p>
            <a:r>
              <a:t>{</a:t>
            </a:r>
          </a:p>
          <a:p>
            <a:r>
              <a:t>    // Create appointment with PENDING status</a:t>
            </a:r>
          </a:p>
          <a:p>
            <a:r>
              <a:t>    var appointment = new TBL04</a:t>
            </a:r>
          </a:p>
          <a:p>
            <a:r>
              <a:t>    {</a:t>
            </a:r>
          </a:p>
          <a:p>
            <a:r>
              <a:t>        L04F02 = _createState.PatientUserId,</a:t>
            </a:r>
          </a:p>
          <a:p>
            <a:r>
              <a:t>        L04F03 = _createState.Slot.L07F02,  // doctor_user_id</a:t>
            </a:r>
          </a:p>
          <a:p>
            <a:r>
              <a:t>        L04F04 = _createState.Request.SlotId,</a:t>
            </a:r>
          </a:p>
          <a:p>
            <a:r>
              <a:t>        L04F05 = _createState.Slot.L07F04,  // slot_start_utc</a:t>
            </a:r>
          </a:p>
          <a:p>
            <a:r>
              <a:t>        L04F06 = (int)AppointmentStatus.PENDING,</a:t>
            </a:r>
          </a:p>
          <a:p>
            <a:r>
              <a:t>        L04F07 = _createState.Request.Reason,</a:t>
            </a:r>
          </a:p>
          <a:p>
            <a:r>
              <a:t>        L04F10 = _createState.Request.ClinicId</a:t>
            </a:r>
          </a:p>
          <a:p>
            <a:r>
              <a:t>    };</a:t>
            </a:r>
          </a:p>
          <a:p/>
          <a:p>
            <a:r>
              <a:t>    await _appointmentRepository.AddAsync(appointment);</a:t>
            </a:r>
          </a:p>
          <a:p>
            <a:r>
              <a:t>    </a:t>
            </a:r>
          </a:p>
          <a:p>
            <a:r>
              <a:t>    // Mark slot as booked</a:t>
            </a:r>
          </a:p>
          <a:p>
            <a:r>
              <a:t>    _createState.Slot.L07F06 = true;</a:t>
            </a:r>
          </a:p>
          <a:p>
            <a:r>
              <a:t>    await _appointmentSlotRepository.UpdateAsync(_createState.Slot);</a:t>
            </a:r>
          </a:p>
          <a:p>
            <a:r>
              <a:t>    </a:t>
            </a:r>
          </a:p>
          <a:p>
            <a:r>
              <a:t>    return _mapper.Map&lt;AppointmentResponse&gt;(appointment);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Stripe Payment Integration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Create payment intent and handle Stripe payment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7955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PaymentService.cs - Create Stripe Payment Intent</a:t>
            </a:r>
          </a:p>
          <a:p/>
          <a:p>
            <a:r>
              <a:t>public async Task&lt;PaymentIntentResponse&gt; CreatePaymentIntentAsync(</a:t>
            </a:r>
          </a:p>
          <a:p>
            <a:r>
              <a:t>    int patientUserId, </a:t>
            </a:r>
          </a:p>
          <a:p>
            <a:r>
              <a:t>    CreatePaymentIntentRequest request)</a:t>
            </a:r>
          </a:p>
          <a:p>
            <a:r>
              <a:t>{</a:t>
            </a:r>
          </a:p>
          <a:p>
            <a:r>
              <a:t>    // Get slot and doctor-clinic details</a:t>
            </a:r>
          </a:p>
          <a:p>
            <a:r>
              <a:t>    var slot = await _appointmentRepository.FindSlotByIdAsync(request.SlotId);</a:t>
            </a:r>
          </a:p>
          <a:p>
            <a:r>
              <a:t>    var doctorClinic = await _doctorClinicRepository</a:t>
            </a:r>
          </a:p>
          <a:p>
            <a:r>
              <a:t>        .FindByDoctorAndClinicAsync(slot.L07F02, slot.L07F03);</a:t>
            </a:r>
          </a:p>
          <a:p/>
          <a:p>
            <a:r>
              <a:t>    // Get consultation fee (clinic-specific or doctor default)</a:t>
            </a:r>
          </a:p>
          <a:p>
            <a:r>
              <a:t>    long amountCents = doctorClinic?.L06F04 ?? </a:t>
            </a:r>
          </a:p>
          <a:p>
            <a:r>
              <a:t>                       (await _doctorRepository.FindByUserIdAsync(slot.L07F02))</a:t>
            </a:r>
          </a:p>
          <a:p>
            <a:r>
              <a:t>                       .L03F09;</a:t>
            </a:r>
          </a:p>
          <a:p/>
          <a:p>
            <a:r>
              <a:t>    // Create Stripe payment intent</a:t>
            </a:r>
          </a:p>
          <a:p>
            <a:r>
              <a:t>    var options = new PaymentIntentCreateOptions</a:t>
            </a:r>
          </a:p>
          <a:p>
            <a:r>
              <a:t>    {</a:t>
            </a:r>
          </a:p>
          <a:p>
            <a:r>
              <a:t>        Amount = amountCents,</a:t>
            </a:r>
          </a:p>
          <a:p>
            <a:r>
              <a:t>        Currency = _stripeSettings.Currency,  // "inr"</a:t>
            </a:r>
          </a:p>
          <a:p>
            <a:r>
              <a:t>        Metadata = new Dictionary&lt;string, string&gt;</a:t>
            </a:r>
          </a:p>
          <a:p>
            <a:r>
              <a:t>        {</a:t>
            </a:r>
          </a:p>
          <a:p>
            <a:r>
              <a:t>            { "patient_user_id", patientUserId.ToString() },</a:t>
            </a:r>
          </a:p>
          <a:p>
            <a:r>
              <a:t>            { "doctor_user_id", slot.L07F02.ToString() },</a:t>
            </a:r>
          </a:p>
          <a:p>
            <a:r>
              <a:t>            { "slot_id", request.SlotId.ToString() },</a:t>
            </a:r>
          </a:p>
          <a:p>
            <a:r>
              <a:t>            { "reason", request.Reason }</a:t>
            </a:r>
          </a:p>
          <a:p>
            <a:r>
              <a:t>        }</a:t>
            </a:r>
          </a:p>
          <a:p>
            <a:r>
              <a:t>    };</a:t>
            </a:r>
          </a:p>
          <a:p/>
          <a:p>
            <a:r>
              <a:t>    var service = new PaymentIntentService();</a:t>
            </a:r>
          </a:p>
          <a:p>
            <a:r>
              <a:t>    var paymentIntent = await service.CreateAsync(options);</a:t>
            </a:r>
          </a:p>
          <a:p/>
          <a:p>
            <a:r>
              <a:t>    // Store payment record with PENDING status</a:t>
            </a:r>
          </a:p>
          <a:p>
            <a:r>
              <a:t>    var payment = new TBL10</a:t>
            </a:r>
          </a:p>
          <a:p>
            <a:r>
              <a:t>    {</a:t>
            </a:r>
          </a:p>
          <a:p>
            <a:r>
              <a:t>        L10F03 = paymentIntent.Id,        // stripe_payment_intent_id</a:t>
            </a:r>
          </a:p>
          <a:p>
            <a:r>
              <a:t>        L10F04 = amountCents,</a:t>
            </a:r>
          </a:p>
          <a:p>
            <a:r>
              <a:t>        L10F05 = _stripeSettings.Currency,</a:t>
            </a:r>
          </a:p>
          <a:p>
            <a:r>
              <a:t>        L10F06 = (int)PaymentStatus.PENDING</a:t>
            </a:r>
          </a:p>
          <a:p>
            <a:r>
              <a:t>    };</a:t>
            </a:r>
          </a:p>
          <a:p>
            <a:r>
              <a:t>    </a:t>
            </a:r>
          </a:p>
          <a:p>
            <a:r>
              <a:t>    await _paymentRepository.AddAsync(payment);</a:t>
            </a:r>
          </a:p>
          <a:p/>
          <a:p>
            <a:r>
              <a:t>    return new PaymentIntentResponse</a:t>
            </a:r>
          </a:p>
          <a:p>
            <a:r>
              <a:t>    {</a:t>
            </a:r>
          </a:p>
          <a:p>
            <a:r>
              <a:t>        ClientSecret = paymentIntent.ClientSecret,</a:t>
            </a:r>
          </a:p>
          <a:p>
            <a:r>
              <a:t>        AmountCents = amountCents</a:t>
            </a:r>
          </a:p>
          <a:p>
            <a:r>
              <a:t>    };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Payment Confirmation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Verify Stripe payment and create appointment after successful payment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7955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PaymentService.cs - Confirm Payment &amp; Create Appointment</a:t>
            </a:r>
          </a:p>
          <a:p/>
          <a:p>
            <a:r>
              <a:t>public async Task&lt;PaymentConfirmResponse&gt; ConfirmPaymentAsync(</a:t>
            </a:r>
          </a:p>
          <a:p>
            <a:r>
              <a:t>    int patientUserId, </a:t>
            </a:r>
          </a:p>
          <a:p>
            <a:r>
              <a:t>    ConfirmPaymentRequest request)</a:t>
            </a:r>
          </a:p>
          <a:p>
            <a:r>
              <a:t>{</a:t>
            </a:r>
          </a:p>
          <a:p>
            <a:r>
              <a:t>    // Retrieve payment intent from Stripe</a:t>
            </a:r>
          </a:p>
          <a:p>
            <a:r>
              <a:t>    var service = new PaymentIntentService();</a:t>
            </a:r>
          </a:p>
          <a:p>
            <a:r>
              <a:t>    var paymentIntent = await service.GetAsync(request.PaymentIntentId);</a:t>
            </a:r>
          </a:p>
          <a:p/>
          <a:p>
            <a:r>
              <a:t>    if (paymentIntent.Status != "succeeded")</a:t>
            </a:r>
          </a:p>
          <a:p>
            <a:r>
              <a:t>        throw new AppException("Payment not successful", 400);</a:t>
            </a:r>
          </a:p>
          <a:p/>
          <a:p>
            <a:r>
              <a:t>    // Update payment record</a:t>
            </a:r>
          </a:p>
          <a:p>
            <a:r>
              <a:t>    var payment = await _paymentRepository</a:t>
            </a:r>
          </a:p>
          <a:p>
            <a:r>
              <a:t>        .FindByStripeIdAsync(request.PaymentIntentId);</a:t>
            </a:r>
          </a:p>
          <a:p>
            <a:r>
              <a:t>    payment.L10F06 = (int)PaymentStatus.SUCCEEDED;</a:t>
            </a:r>
          </a:p>
          <a:p>
            <a:r>
              <a:t>    payment.L10F07 = paymentIntent.PaymentMethodId;</a:t>
            </a:r>
          </a:p>
          <a:p>
            <a:r>
              <a:t>    await _paymentRepository.UpdateAsync(payment);</a:t>
            </a:r>
          </a:p>
          <a:p/>
          <a:p>
            <a:r>
              <a:t>    // Create appointment using appointment service</a:t>
            </a:r>
          </a:p>
          <a:p>
            <a:r>
              <a:t>    var appointmentRequest = new CreateAppointmentRequest</a:t>
            </a:r>
          </a:p>
          <a:p>
            <a:r>
              <a:t>    {</a:t>
            </a:r>
          </a:p>
          <a:p>
            <a:r>
              <a:t>        SlotId = request.SlotId,</a:t>
            </a:r>
          </a:p>
          <a:p>
            <a:r>
              <a:t>        Reason = request.Reason,</a:t>
            </a:r>
          </a:p>
          <a:p>
            <a:r>
              <a:t>        ClinicId = /* from slot */</a:t>
            </a:r>
          </a:p>
          <a:p>
            <a:r>
              <a:t>    };</a:t>
            </a:r>
          </a:p>
          <a:p/>
          <a:p>
            <a:r>
              <a:t>    await _appointmentService.CreateAppointmentPresaveAsync(</a:t>
            </a:r>
          </a:p>
          <a:p>
            <a:r>
              <a:t>        patientUserId, </a:t>
            </a:r>
          </a:p>
          <a:p>
            <a:r>
              <a:t>        appointmentRequest</a:t>
            </a:r>
          </a:p>
          <a:p>
            <a:r>
              <a:t>    );</a:t>
            </a:r>
          </a:p>
          <a:p>
            <a:r>
              <a:t>    await _appointmentService.CreateAppointmentValidateAsync();</a:t>
            </a:r>
          </a:p>
          <a:p>
            <a:r>
              <a:t>    var appointment = await _appointmentService.CreateAppointmentSaveAsync();</a:t>
            </a:r>
          </a:p>
          <a:p/>
          <a:p>
            <a:r>
              <a:t>    // Link payment to appointment</a:t>
            </a:r>
          </a:p>
          <a:p>
            <a:r>
              <a:t>    payment.L10F02 = appointment.AppointmentId;</a:t>
            </a:r>
          </a:p>
          <a:p>
            <a:r>
              <a:t>    await _paymentRepository.UpdateAsync(payment);</a:t>
            </a:r>
          </a:p>
          <a:p/>
          <a:p>
            <a:r>
              <a:t>    return new PaymentConfirmResponse</a:t>
            </a:r>
          </a:p>
          <a:p>
            <a:r>
              <a:t>    {</a:t>
            </a:r>
          </a:p>
          <a:p>
            <a:r>
              <a:t>        AppointmentId = appointment.AppointmentId,</a:t>
            </a:r>
          </a:p>
          <a:p>
            <a:r>
              <a:t>        PaymentId = payment.L10F01,</a:t>
            </a:r>
          </a:p>
          <a:p>
            <a:r>
              <a:t>        Status = "SUCCEEDED"</a:t>
            </a:r>
          </a:p>
          <a:p>
            <a:r>
              <a:t>    };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Digital Prescription 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Create and manage digital prescriptions post-appointment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680960" cy="39319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74066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PrescriptionService.cs - Create Prescription</a:t>
            </a:r>
          </a:p>
          <a:p/>
          <a:p>
            <a:r>
              <a:t>public async Task&lt;PrescriptionResponse&gt; CreatePrescriptionAsync(</a:t>
            </a:r>
          </a:p>
          <a:p>
            <a:r>
              <a:t>    int doctorUserId, </a:t>
            </a:r>
          </a:p>
          <a:p>
            <a:r>
              <a:t>    CreatePrescriptionRequest request)</a:t>
            </a:r>
          </a:p>
          <a:p>
            <a:r>
              <a:t>{</a:t>
            </a:r>
          </a:p>
          <a:p>
            <a:r>
              <a:t>    // Verify appointment exists and is completed</a:t>
            </a:r>
          </a:p>
          <a:p>
            <a:r>
              <a:t>    var appointment = await _appointmentRepository</a:t>
            </a:r>
          </a:p>
          <a:p>
            <a:r>
              <a:t>        .FindByIdAsync(request.AppointmentId);</a:t>
            </a:r>
          </a:p>
          <a:p>
            <a:r>
              <a:t>    </a:t>
            </a:r>
          </a:p>
          <a:p>
            <a:r>
              <a:t>    if (appointment == null)</a:t>
            </a:r>
          </a:p>
          <a:p>
            <a:r>
              <a:t>        throw new AppException("Appointment not found", 404);</a:t>
            </a:r>
          </a:p>
          <a:p>
            <a:r>
              <a:t>    </a:t>
            </a:r>
          </a:p>
          <a:p>
            <a:r>
              <a:t>    if (appointment.L04F03 != doctorUserId)</a:t>
            </a:r>
          </a:p>
          <a:p>
            <a:r>
              <a:t>        throw new AppException("Not authorized", 403);</a:t>
            </a:r>
          </a:p>
          <a:p>
            <a:r>
              <a:t>    </a:t>
            </a:r>
          </a:p>
          <a:p>
            <a:r>
              <a:t>    if (appointment.L04F06 != (int)AppointmentStatus.COMPLETED)</a:t>
            </a:r>
          </a:p>
          <a:p>
            <a:r>
              <a:t>        throw new AppException("Appointment not completed", 400);</a:t>
            </a:r>
          </a:p>
          <a:p/>
          <a:p>
            <a:r>
              <a:t>    // Create prescription entity</a:t>
            </a:r>
          </a:p>
          <a:p>
            <a:r>
              <a:t>    var prescription = new TBL08</a:t>
            </a:r>
          </a:p>
          <a:p>
            <a:r>
              <a:t>    {</a:t>
            </a:r>
          </a:p>
          <a:p>
            <a:r>
              <a:t>        L08F02 = request.AppointmentId,</a:t>
            </a:r>
          </a:p>
          <a:p>
            <a:r>
              <a:t>        L08F03 = request.Diagnosis,</a:t>
            </a:r>
          </a:p>
          <a:p>
            <a:r>
              <a:t>        L08F04 = request.Medications,</a:t>
            </a:r>
          </a:p>
          <a:p>
            <a:r>
              <a:t>        L08F05 = request.Dosage,</a:t>
            </a:r>
          </a:p>
          <a:p>
            <a:r>
              <a:t>        L08F06 = request.Frequency,</a:t>
            </a:r>
          </a:p>
          <a:p>
            <a:r>
              <a:t>        L08F07 = request.Duration,</a:t>
            </a:r>
          </a:p>
          <a:p>
            <a:r>
              <a:t>        L08F08 = request.Instructions,</a:t>
            </a:r>
          </a:p>
          <a:p>
            <a:r>
              <a:t>        L08F09 = DateTime.UtcNow</a:t>
            </a:r>
          </a:p>
          <a:p>
            <a:r>
              <a:t>    };</a:t>
            </a:r>
          </a:p>
          <a:p/>
          <a:p>
            <a:r>
              <a:t>    await _prescriptionRepository.AddAsync(prescription);</a:t>
            </a:r>
          </a:p>
          <a:p/>
          <a:p>
            <a:r>
              <a:t>    return _mapper.Map&lt;PrescriptionResponse&gt;(prescription);</a:t>
            </a:r>
          </a:p>
          <a:p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04040"/>
                </a:solidFill>
              </a:defRPr>
            </a:pPr>
            <a:r>
              <a:t>✓ Authorization check (doctor owns appointment)  •  ✓ Status validation (must be COMPLETED)  •  ✓ Structured fields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Medical Document Upload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Secure file upload with validation and storage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7955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MedicalDocumentService.cs - Upload Document</a:t>
            </a:r>
          </a:p>
          <a:p/>
          <a:p>
            <a:r>
              <a:t>public async Task&lt;MedicalDocumentResponse&gt; UploadDocumentAsync(</a:t>
            </a:r>
          </a:p>
          <a:p>
            <a:r>
              <a:t>    int patientUserId, </a:t>
            </a:r>
          </a:p>
          <a:p>
            <a:r>
              <a:t>    UploadMedicalDocumentRequest request)</a:t>
            </a:r>
          </a:p>
          <a:p>
            <a:r>
              <a:t>{</a:t>
            </a:r>
          </a:p>
          <a:p>
            <a:r>
              <a:t>    // Validate file size (10 MB limit)</a:t>
            </a:r>
          </a:p>
          <a:p>
            <a:r>
              <a:t>    const long maxSize = 10 * 1024 * 1024;</a:t>
            </a:r>
          </a:p>
          <a:p>
            <a:r>
              <a:t>    if (request.File.Length &gt; maxSize)</a:t>
            </a:r>
          </a:p>
          <a:p>
            <a:r>
              <a:t>        throw new AppException("File too large (max 10MB)", 400);</a:t>
            </a:r>
          </a:p>
          <a:p/>
          <a:p>
            <a:r>
              <a:t>    // Validate file type</a:t>
            </a:r>
          </a:p>
          <a:p>
            <a:r>
              <a:t>    var allowedTypes = new[] { "application/pdf", "image/jpeg", </a:t>
            </a:r>
          </a:p>
          <a:p>
            <a:r>
              <a:t>                               "image/png", "application/msword" };</a:t>
            </a:r>
          </a:p>
          <a:p>
            <a:r>
              <a:t>    if (!allowedTypes.Contains(request.File.ContentType))</a:t>
            </a:r>
          </a:p>
          <a:p>
            <a:r>
              <a:t>        throw new AppException("Invalid file type", 400);</a:t>
            </a:r>
          </a:p>
          <a:p/>
          <a:p>
            <a:r>
              <a:t>    // Generate unique filename</a:t>
            </a:r>
          </a:p>
          <a:p>
            <a:r>
              <a:t>    var fileName = $"{Guid.NewGuid()}_{request.File.FileName}";</a:t>
            </a:r>
          </a:p>
          <a:p>
            <a:r>
              <a:t>    var uploadPath = Path.Combine(_webHostEnvironment.WebRootPath, </a:t>
            </a:r>
          </a:p>
          <a:p>
            <a:r>
              <a:t>                                   "uploads", fileName);</a:t>
            </a:r>
          </a:p>
          <a:p/>
          <a:p>
            <a:r>
              <a:t>    // Save file to disk</a:t>
            </a:r>
          </a:p>
          <a:p>
            <a:r>
              <a:t>    using (var stream = new FileStream(uploadPath, FileMode.Create))</a:t>
            </a:r>
          </a:p>
          <a:p>
            <a:r>
              <a:t>    {</a:t>
            </a:r>
          </a:p>
          <a:p>
            <a:r>
              <a:t>        await request.File.CopyToAsync(stream);</a:t>
            </a:r>
          </a:p>
          <a:p>
            <a:r>
              <a:t>    }</a:t>
            </a:r>
          </a:p>
          <a:p/>
          <a:p>
            <a:r>
              <a:t>    // Store metadata in database</a:t>
            </a:r>
          </a:p>
          <a:p>
            <a:r>
              <a:t>    var document = new TBL09</a:t>
            </a:r>
          </a:p>
          <a:p>
            <a:r>
              <a:t>    {</a:t>
            </a:r>
          </a:p>
          <a:p>
            <a:r>
              <a:t>        L09F02 = patientUserId,</a:t>
            </a:r>
          </a:p>
          <a:p>
            <a:r>
              <a:t>        L09F03 = request.Title,</a:t>
            </a:r>
          </a:p>
          <a:p>
            <a:r>
              <a:t>        L09F04 = request.Description,</a:t>
            </a:r>
          </a:p>
          <a:p>
            <a:r>
              <a:t>        L09F05 = fileName,</a:t>
            </a:r>
          </a:p>
          <a:p>
            <a:r>
              <a:t>        L09F06 = uploadPath,</a:t>
            </a:r>
          </a:p>
          <a:p>
            <a:r>
              <a:t>        L09F07 = (int)request.File.Length,</a:t>
            </a:r>
          </a:p>
          <a:p>
            <a:r>
              <a:t>        L09F08 = request.File.ContentType,</a:t>
            </a:r>
          </a:p>
          <a:p>
            <a:r>
              <a:t>        L09F09 = DateTime.UtcNow</a:t>
            </a:r>
          </a:p>
          <a:p>
            <a:r>
              <a:t>    };</a:t>
            </a:r>
          </a:p>
          <a:p/>
          <a:p>
            <a:r>
              <a:t>    await _medicalDocumentRepository.AddAsync(document);</a:t>
            </a:r>
          </a:p>
          <a:p/>
          <a:p>
            <a:r>
              <a:t>    return _mapper.Map&lt;MedicalDocumentResponse&gt;(document);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Location-Based Doctor Search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Calculate distance between patient and doctors using Haversine 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841248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8138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AppointmentService.cs - Distance Calculation (Haversine Formula)</a:t>
            </a:r>
          </a:p>
          <a:p/>
          <a:p>
            <a:r>
              <a:t>public async Task&lt;List&lt;AvailableDoctorResponse&gt;&gt; GetAvailableDoctorsAsync(</a:t>
            </a:r>
          </a:p>
          <a:p>
            <a:r>
              <a:t>    int patientUserId, </a:t>
            </a:r>
          </a:p>
          <a:p>
            <a:r>
              <a:t>    double? patientLat, </a:t>
            </a:r>
          </a:p>
          <a:p>
            <a:r>
              <a:t>    double? patientLong)</a:t>
            </a:r>
          </a:p>
          <a:p>
            <a:r>
              <a:t>{</a:t>
            </a:r>
          </a:p>
          <a:p>
            <a:r>
              <a:t>    var doctors = await _doctorRepository.GetAllWithClinicsAsync();</a:t>
            </a:r>
          </a:p>
          <a:p>
            <a:r>
              <a:t>    var availableDoctors = new List&lt;AvailableDoctorResponse&gt;();</a:t>
            </a:r>
          </a:p>
          <a:p/>
          <a:p>
            <a:r>
              <a:t>    foreach (var doctor in doctors)</a:t>
            </a:r>
          </a:p>
          <a:p>
            <a:r>
              <a:t>    {</a:t>
            </a:r>
          </a:p>
          <a:p>
            <a:r>
              <a:t>        foreach (var clinic in doctor.DoctorClinics)</a:t>
            </a:r>
          </a:p>
          <a:p>
            <a:r>
              <a:t>        {</a:t>
            </a:r>
          </a:p>
          <a:p>
            <a:r>
              <a:t>            double distance = 0;</a:t>
            </a:r>
          </a:p>
          <a:p>
            <a:r>
              <a:t>            </a:t>
            </a:r>
          </a:p>
          <a:p>
            <a:r>
              <a:t>            if (patientLat.HasValue &amp;&amp; patientLong.HasValue)</a:t>
            </a:r>
          </a:p>
          <a:p>
            <a:r>
              <a:t>            {</a:t>
            </a:r>
          </a:p>
          <a:p>
            <a:r>
              <a:t>                // Haversine formula for distance calculation</a:t>
            </a:r>
          </a:p>
          <a:p>
            <a:r>
              <a:t>                const double EarthRadiusKm = 6371.0;</a:t>
            </a:r>
          </a:p>
          <a:p>
            <a:r>
              <a:t>                </a:t>
            </a:r>
          </a:p>
          <a:p>
            <a:r>
              <a:t>                double dLat = ToRadians(clinic.Clinic.L05F08 - patientLat.Value);</a:t>
            </a:r>
          </a:p>
          <a:p>
            <a:r>
              <a:t>                double dLon = ToRadians(clinic.Clinic.L05F09 - patientLong.Value);</a:t>
            </a:r>
          </a:p>
          <a:p>
            <a:r>
              <a:t>                </a:t>
            </a:r>
          </a:p>
          <a:p>
            <a:r>
              <a:t>                double a = Math.Sin(dLat / 2) * Math.Sin(dLat / 2) +</a:t>
            </a:r>
          </a:p>
          <a:p>
            <a:r>
              <a:t>                          Math.Cos(ToRadians(patientLat.Value)) * </a:t>
            </a:r>
          </a:p>
          <a:p>
            <a:r>
              <a:t>                          Math.Cos(ToRadians(clinic.Clinic.L05F08)) *</a:t>
            </a:r>
          </a:p>
          <a:p>
            <a:r>
              <a:t>                          Math.Sin(dLon / 2) * Math.Sin(dLon / 2);</a:t>
            </a:r>
          </a:p>
          <a:p>
            <a:r>
              <a:t>                </a:t>
            </a:r>
          </a:p>
          <a:p>
            <a:r>
              <a:t>                double c = 2 * Math.Atan2(Math.Sqrt(a), Math.Sqrt(1 - a));</a:t>
            </a:r>
          </a:p>
          <a:p>
            <a:r>
              <a:t>                distance = EarthRadiusKm * c;</a:t>
            </a:r>
          </a:p>
          <a:p>
            <a:r>
              <a:t>            }</a:t>
            </a:r>
          </a:p>
          <a:p/>
          <a:p>
            <a:r>
              <a:t>            availableDoctors.Add(new AvailableDoctorResponse</a:t>
            </a:r>
          </a:p>
          <a:p>
            <a:r>
              <a:t>            {</a:t>
            </a:r>
          </a:p>
          <a:p>
            <a:r>
              <a:t>                DoctorUserId = doctor.L03F02,</a:t>
            </a:r>
          </a:p>
          <a:p>
            <a:r>
              <a:t>                FullName = doctor.User.L01F03,</a:t>
            </a:r>
          </a:p>
          <a:p>
            <a:r>
              <a:t>                Specialization = doctor.L03F03,</a:t>
            </a:r>
          </a:p>
          <a:p>
            <a:r>
              <a:t>                Distance = Math.Round(distance, 2),  // in kilometers</a:t>
            </a:r>
          </a:p>
          <a:p>
            <a:r>
              <a:t>                ClinicName = clinic.Clinic.L05F02</a:t>
            </a:r>
          </a:p>
          <a:p>
            <a:r>
              <a:t>            });</a:t>
            </a:r>
          </a:p>
          <a:p>
            <a:r>
              <a:t>        }</a:t>
            </a:r>
          </a:p>
          <a:p>
            <a:r>
              <a:t>    }</a:t>
            </a:r>
          </a:p>
          <a:p/>
          <a:p>
            <a:r>
              <a:t>    return availableDoctors.OrderBy(d =&gt; d.Distance).ToList();</a:t>
            </a:r>
          </a:p>
          <a:p>
            <a:r>
              <a:t>}</a:t>
            </a:r>
          </a:p>
          <a:p/>
          <a:p>
            <a:r>
              <a:t>private double ToRadians(double degrees) =&gt; degrees * Math.PI / 180.0;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React Frontend Components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Component-based architecture with React hooks and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7863840" cy="393192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758952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App.jsx - Main Application Component with Routing</a:t>
            </a:r>
          </a:p>
          <a:p/>
          <a:p>
            <a:r>
              <a:t>import { BrowserRouter, Routes, Route } from 'react-router-dom';</a:t>
            </a:r>
          </a:p>
          <a:p>
            <a:r>
              <a:t>import { Provider } from 'react-redux';</a:t>
            </a:r>
          </a:p>
          <a:p>
            <a:r>
              <a:t>import { store } from './store';</a:t>
            </a:r>
          </a:p>
          <a:p>
            <a:r>
              <a:t>import LandingPage from './components/landing/LandingPage';</a:t>
            </a:r>
          </a:p>
          <a:p>
            <a:r>
              <a:t>import Login from './components/auth/Login';</a:t>
            </a:r>
          </a:p>
          <a:p>
            <a:r>
              <a:t>import Signup from './components/auth/Signup';</a:t>
            </a:r>
          </a:p>
          <a:p>
            <a:r>
              <a:t>import PatientDashboard from './components/dashboard/patient/PatientDashboard';</a:t>
            </a:r>
          </a:p>
          <a:p>
            <a:r>
              <a:t>import DoctorDashboard from './components/dashboard/doctor/DoctorDashboard';</a:t>
            </a:r>
          </a:p>
          <a:p>
            <a:r>
              <a:t>import ProtectedRoute from './components/auth/ProtectedRoute';</a:t>
            </a:r>
          </a:p>
          <a:p/>
          <a:p>
            <a:r>
              <a:t>function App() {</a:t>
            </a:r>
          </a:p>
          <a:p>
            <a:r>
              <a:t>  return (</a:t>
            </a:r>
          </a:p>
          <a:p>
            <a:r>
              <a:t>    &lt;Provider store={store}&gt;</a:t>
            </a:r>
          </a:p>
          <a:p>
            <a:r>
              <a:t>      &lt;BrowserRouter&gt;</a:t>
            </a:r>
          </a:p>
          <a:p>
            <a:r>
              <a:t>        &lt;Routes&gt;</a:t>
            </a:r>
          </a:p>
          <a:p>
            <a:r>
              <a:t>          &lt;Route path="/" element={&lt;LandingPage /&gt;} /&gt;</a:t>
            </a:r>
          </a:p>
          <a:p>
            <a:r>
              <a:t>          &lt;Route path="/login" element={&lt;Login /&gt;} /&gt;</a:t>
            </a:r>
          </a:p>
          <a:p>
            <a:r>
              <a:t>          &lt;Route path="/signup" element={&lt;Signup /&gt;} /&gt;</a:t>
            </a:r>
          </a:p>
          <a:p>
            <a:r>
              <a:t>          </a:t>
            </a:r>
          </a:p>
          <a:p>
            <a:r>
              <a:t>          {/* Protected Routes */}</a:t>
            </a:r>
          </a:p>
          <a:p>
            <a:r>
              <a:t>          &lt;Route </a:t>
            </a:r>
          </a:p>
          <a:p>
            <a:r>
              <a:t>            path="/patient/*" </a:t>
            </a:r>
          </a:p>
          <a:p>
            <a:r>
              <a:t>            element={</a:t>
            </a:r>
          </a:p>
          <a:p>
            <a:r>
              <a:t>              &lt;ProtectedRoute allowedRoles={['PATIENT']}&gt;</a:t>
            </a:r>
          </a:p>
          <a:p>
            <a:r>
              <a:t>                &lt;PatientDashboard /&gt;</a:t>
            </a:r>
          </a:p>
          <a:p>
            <a:r>
              <a:t>              &lt;/ProtectedRoute&gt;</a:t>
            </a:r>
          </a:p>
          <a:p>
            <a:r>
              <a:t>            } </a:t>
            </a:r>
          </a:p>
          <a:p>
            <a:r>
              <a:t>          /&gt;</a:t>
            </a:r>
          </a:p>
          <a:p>
            <a:r>
              <a:t>          </a:t>
            </a:r>
          </a:p>
          <a:p>
            <a:r>
              <a:t>          &lt;Route </a:t>
            </a:r>
          </a:p>
          <a:p>
            <a:r>
              <a:t>            path="/doctor/*" </a:t>
            </a:r>
          </a:p>
          <a:p>
            <a:r>
              <a:t>            element={</a:t>
            </a:r>
          </a:p>
          <a:p>
            <a:r>
              <a:t>              &lt;ProtectedRoute allowedRoles={['DOCTOR']}&gt;</a:t>
            </a:r>
          </a:p>
          <a:p>
            <a:r>
              <a:t>                &lt;DoctorDashboard /&gt;</a:t>
            </a:r>
          </a:p>
          <a:p>
            <a:r>
              <a:t>              &lt;/ProtectedRoute&gt;</a:t>
            </a:r>
          </a:p>
          <a:p>
            <a:r>
              <a:t>            } </a:t>
            </a:r>
          </a:p>
          <a:p>
            <a:r>
              <a:t>          /&gt;</a:t>
            </a:r>
          </a:p>
          <a:p>
            <a:r>
              <a:t>        &lt;/Routes&gt;</a:t>
            </a:r>
          </a:p>
          <a:p>
            <a:r>
              <a:t>      &lt;/BrowserRouter&gt;</a:t>
            </a:r>
          </a:p>
          <a:p>
            <a:r>
              <a:t>    &lt;/Provider&gt;</a:t>
            </a:r>
          </a:p>
          <a:p>
            <a:r>
              <a:t>  );</a:t>
            </a:r>
          </a:p>
          <a:p>
            <a:r>
              <a:t>}</a:t>
            </a:r>
          </a:p>
          <a:p/>
          <a:p>
            <a:r>
              <a:t>export default App;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Redux State Management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Centralized state management for authentication and user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8046720" cy="402336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7772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store/authSlice.js - Redux Authentication Slice</a:t>
            </a:r>
          </a:p>
          <a:p/>
          <a:p>
            <a:r>
              <a:t>import { createSlice } from '@reduxjs/toolkit';</a:t>
            </a:r>
          </a:p>
          <a:p/>
          <a:p>
            <a:r>
              <a:t>const initialState = {</a:t>
            </a:r>
          </a:p>
          <a:p>
            <a:r>
              <a:t>  isAuthenticated: false,</a:t>
            </a:r>
          </a:p>
          <a:p>
            <a:r>
              <a:t>  token: localStorage.getItem('token') || null,</a:t>
            </a:r>
          </a:p>
          <a:p>
            <a:r>
              <a:t>  user: JSON.parse(localStorage.getItem('user')) || null,</a:t>
            </a:r>
          </a:p>
          <a:p>
            <a:r>
              <a:t>  userType: localStorage.getItem('userType') || null,</a:t>
            </a:r>
          </a:p>
          <a:p>
            <a:r>
              <a:t>};</a:t>
            </a:r>
          </a:p>
          <a:p/>
          <a:p>
            <a:r>
              <a:t>const authSlice = createSlice({</a:t>
            </a:r>
          </a:p>
          <a:p>
            <a:r>
              <a:t>  name: 'auth',</a:t>
            </a:r>
          </a:p>
          <a:p>
            <a:r>
              <a:t>  initialState,</a:t>
            </a:r>
          </a:p>
          <a:p>
            <a:r>
              <a:t>  reducers: {</a:t>
            </a:r>
          </a:p>
          <a:p>
            <a:r>
              <a:t>    loginSuccess: (state, action) =&gt; {</a:t>
            </a:r>
          </a:p>
          <a:p>
            <a:r>
              <a:t>      state.isAuthenticated = true;</a:t>
            </a:r>
          </a:p>
          <a:p>
            <a:r>
              <a:t>      state.token = action.payload.token;</a:t>
            </a:r>
          </a:p>
          <a:p>
            <a:r>
              <a:t>      state.user = action.payload.user;</a:t>
            </a:r>
          </a:p>
          <a:p>
            <a:r>
              <a:t>      state.userType = action.payload.userType;</a:t>
            </a:r>
          </a:p>
          <a:p>
            <a:r>
              <a:t>      </a:t>
            </a:r>
          </a:p>
          <a:p>
            <a:r>
              <a:t>      // Persist to localStorage</a:t>
            </a:r>
          </a:p>
          <a:p>
            <a:r>
              <a:t>      localStorage.setItem('token', action.payload.token);</a:t>
            </a:r>
          </a:p>
          <a:p>
            <a:r>
              <a:t>      localStorage.setItem('user', JSON.stringify(action.payload.user));</a:t>
            </a:r>
          </a:p>
          <a:p>
            <a:r>
              <a:t>      localStorage.setItem('userType', action.payload.userType);</a:t>
            </a:r>
          </a:p>
          <a:p>
            <a:r>
              <a:t>    },</a:t>
            </a:r>
          </a:p>
          <a:p>
            <a:r>
              <a:t>    </a:t>
            </a:r>
          </a:p>
          <a:p>
            <a:r>
              <a:t>    logout: (state) =&gt; {</a:t>
            </a:r>
          </a:p>
          <a:p>
            <a:r>
              <a:t>      state.isAuthenticated = false;</a:t>
            </a:r>
          </a:p>
          <a:p>
            <a:r>
              <a:t>      state.token = null;</a:t>
            </a:r>
          </a:p>
          <a:p>
            <a:r>
              <a:t>      state.user = null;</a:t>
            </a:r>
          </a:p>
          <a:p>
            <a:r>
              <a:t>      state.userType = null;</a:t>
            </a:r>
          </a:p>
          <a:p>
            <a:r>
              <a:t>      </a:t>
            </a:r>
          </a:p>
          <a:p>
            <a:r>
              <a:t>      // Clear localStorage</a:t>
            </a:r>
          </a:p>
          <a:p>
            <a:r>
              <a:t>      localStorage.removeItem('token');</a:t>
            </a:r>
          </a:p>
          <a:p>
            <a:r>
              <a:t>      localStorage.removeItem('user');</a:t>
            </a:r>
          </a:p>
          <a:p>
            <a:r>
              <a:t>      localStorage.removeItem('userType');</a:t>
            </a:r>
          </a:p>
          <a:p>
            <a:r>
              <a:t>    },</a:t>
            </a:r>
          </a:p>
          <a:p>
            <a:r>
              <a:t>    </a:t>
            </a:r>
          </a:p>
          <a:p>
            <a:r>
              <a:t>    updateUser: (state, action) =&gt; {</a:t>
            </a:r>
          </a:p>
          <a:p>
            <a:r>
              <a:t>      state.user = { ...state.user, ...action.payload };</a:t>
            </a:r>
          </a:p>
          <a:p>
            <a:r>
              <a:t>      localStorage.setItem('user', JSON.stringify(state.user));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});</a:t>
            </a:r>
          </a:p>
          <a:p/>
          <a:p>
            <a:r>
              <a:t>export const { loginSuccess, logout, updateUser } = authSlice.actions;</a:t>
            </a:r>
          </a:p>
          <a:p>
            <a:r>
              <a:t>export default authSlice.reducer;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API Service Layer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Centralized API client with automatic token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822960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79552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services/api.js - API Client Service</a:t>
            </a:r>
          </a:p>
          <a:p/>
          <a:p>
            <a:r>
              <a:t>const API_BASE_URL = import.meta.env.VITE_API_BASE_URL;</a:t>
            </a:r>
          </a:p>
          <a:p/>
          <a:p>
            <a:r>
              <a:t>// Helper to get auth token</a:t>
            </a:r>
          </a:p>
          <a:p>
            <a:r>
              <a:t>const getAuthToken = () =&gt; localStorage.getItem('token');</a:t>
            </a:r>
          </a:p>
          <a:p/>
          <a:p>
            <a:r>
              <a:t>// Generic API request function</a:t>
            </a:r>
          </a:p>
          <a:p>
            <a:r>
              <a:t>const apiRequest = async (endpoint, method = 'GET', body = null) =&gt; {</a:t>
            </a:r>
          </a:p>
          <a:p>
            <a:r>
              <a:t>  const headers = {</a:t>
            </a:r>
          </a:p>
          <a:p>
            <a:r>
              <a:t>    'Content-Type': 'application/json',</a:t>
            </a:r>
          </a:p>
          <a:p>
            <a:r>
              <a:t>  };</a:t>
            </a:r>
          </a:p>
          <a:p/>
          <a:p>
            <a:r>
              <a:t>  // Add authorization header if token exists</a:t>
            </a:r>
          </a:p>
          <a:p>
            <a:r>
              <a:t>  const token = getAuthToken();</a:t>
            </a:r>
          </a:p>
          <a:p>
            <a:r>
              <a:t>  if (token) {</a:t>
            </a:r>
          </a:p>
          <a:p>
            <a:r>
              <a:t>    headers['Authorization'] = `Bearer ${token}`;</a:t>
            </a:r>
          </a:p>
          <a:p>
            <a:r>
              <a:t>  }</a:t>
            </a:r>
          </a:p>
          <a:p/>
          <a:p>
            <a:r>
              <a:t>  const config = {</a:t>
            </a:r>
          </a:p>
          <a:p>
            <a:r>
              <a:t>    method,</a:t>
            </a:r>
          </a:p>
          <a:p>
            <a:r>
              <a:t>    headers,</a:t>
            </a:r>
          </a:p>
          <a:p>
            <a:r>
              <a:t>  };</a:t>
            </a:r>
          </a:p>
          <a:p/>
          <a:p>
            <a:r>
              <a:t>  if (body &amp;&amp; method !== 'GET') {</a:t>
            </a:r>
          </a:p>
          <a:p>
            <a:r>
              <a:t>    config.body = JSON.stringify(body);</a:t>
            </a:r>
          </a:p>
          <a:p>
            <a:r>
              <a:t>  }</a:t>
            </a:r>
          </a:p>
          <a:p/>
          <a:p>
            <a:r>
              <a:t>  const response = await fetch(`${API_BASE_URL}${endpoint}`, config);</a:t>
            </a:r>
          </a:p>
          <a:p>
            <a:r>
              <a:t>  </a:t>
            </a:r>
          </a:p>
          <a:p>
            <a:r>
              <a:t>  if (!response.ok) {</a:t>
            </a:r>
          </a:p>
          <a:p>
            <a:r>
              <a:t>    const error = await response.json();</a:t>
            </a:r>
          </a:p>
          <a:p>
            <a:r>
              <a:t>    throw new Error(error.message || 'API request failed');</a:t>
            </a:r>
          </a:p>
          <a:p>
            <a:r>
              <a:t>  }</a:t>
            </a:r>
          </a:p>
          <a:p/>
          <a:p>
            <a:r>
              <a:t>  return response.json();</a:t>
            </a:r>
          </a:p>
          <a:p>
            <a:r>
              <a:t>};</a:t>
            </a:r>
          </a:p>
          <a:p/>
          <a:p>
            <a:r>
              <a:t>// Authentication APIs</a:t>
            </a:r>
          </a:p>
          <a:p>
            <a:r>
              <a:t>export const authAPI = {</a:t>
            </a:r>
          </a:p>
          <a:p>
            <a:r>
              <a:t>  login: (credentials) =&gt; apiRequest('/auth/login', 'POST', credentials),</a:t>
            </a:r>
          </a:p>
          <a:p>
            <a:r>
              <a:t>  signup: (userData) =&gt; apiRequest('/auth/signup', 'POST', userData),</a:t>
            </a:r>
          </a:p>
          <a:p>
            <a:r>
              <a:t>};</a:t>
            </a:r>
          </a:p>
          <a:p/>
          <a:p>
            <a:r>
              <a:t>// Appointment APIs</a:t>
            </a:r>
          </a:p>
          <a:p>
            <a:r>
              <a:t>export const appointmentAPI = {</a:t>
            </a:r>
          </a:p>
          <a:p>
            <a:r>
              <a:t>  getAvailableDoctors: () =&gt; apiRequest('/appointments/doctors/available'),</a:t>
            </a:r>
          </a:p>
          <a:p>
            <a:r>
              <a:t>  getAvailableSlots: (doctorId) =&gt; </a:t>
            </a:r>
          </a:p>
          <a:p>
            <a:r>
              <a:t>    apiRequest(`/appointments/slots/available?doctorUserId=${doctorId}`),</a:t>
            </a:r>
          </a:p>
          <a:p>
            <a:r>
              <a:t>  createAppointment: (data) =&gt; </a:t>
            </a:r>
          </a:p>
          <a:p>
            <a:r>
              <a:t>    apiRequest('/appointments', 'POST', data),</a:t>
            </a:r>
          </a:p>
          <a:p>
            <a:r>
              <a:t>  getPendingAppointments: () =&gt; </a:t>
            </a:r>
          </a:p>
          <a:p>
            <a:r>
              <a:t>    apiRequest('/appointments/pending'),</a:t>
            </a:r>
          </a:p>
          <a:p>
            <a:r>
              <a:t>};</a:t>
            </a:r>
          </a:p>
          <a:p/>
          <a:p>
            <a:r>
              <a:t>// Payment APIs</a:t>
            </a:r>
          </a:p>
          <a:p>
            <a:r>
              <a:t>export const paymentAPI = {</a:t>
            </a:r>
          </a:p>
          <a:p>
            <a:r>
              <a:t>  createPaymentIntent: (data) =&gt; </a:t>
            </a:r>
          </a:p>
          <a:p>
            <a:r>
              <a:t>    apiRequest('/payments/create-intent', 'POST', data),</a:t>
            </a:r>
          </a:p>
          <a:p>
            <a:r>
              <a:t>  confirmPayment: (data) =&gt; </a:t>
            </a:r>
          </a:p>
          <a:p>
            <a:r>
              <a:t>    apiRequest('/payments/confirm', 'POST', data),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Security Implementation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472C4"/>
                </a:solidFill>
              </a:defRPr>
            </a:pPr>
            <a:r>
              <a:t>1. Authentication &amp; Authorization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JWT token-based authentication with 2-hour expiration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BCrypt password hashing with configurable work factor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Role-based access control (PATIENT, DOCTOR)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Protected routes with [Authorize] attribute</a:t>
            </a:r>
          </a:p>
          <a:p>
            <a:pPr>
              <a:spcBef>
                <a:spcPts val="1000"/>
              </a:spcBef>
              <a:defRPr sz="1200" b="1">
                <a:solidFill>
                  <a:srgbClr val="4472C4"/>
                </a:solidFill>
              </a:defRPr>
            </a:pPr>
            <a:r>
              <a:t>2. Input Validation &amp; Sanitization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DTO validation with data annotations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File type and size validation (10 MB limit)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SQL injection prevention via EF Core parameterized queries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XSS prevention through input sanitization</a:t>
            </a:r>
          </a:p>
          <a:p>
            <a:pPr>
              <a:spcBef>
                <a:spcPts val="1000"/>
              </a:spcBef>
              <a:defRPr sz="1200" b="1">
                <a:solidFill>
                  <a:srgbClr val="4472C4"/>
                </a:solidFill>
              </a:defRPr>
            </a:pPr>
            <a:r>
              <a:t>3. API Security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HTTPS enforcement with redirect middleware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Rate limiting on login endpoint (5 attempts/60 seconds)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CORS configuration (restrict in production)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Secure error handling (no stack traces exposed)</a:t>
            </a:r>
          </a:p>
          <a:p>
            <a:pPr>
              <a:spcBef>
                <a:spcPts val="1000"/>
              </a:spcBef>
              <a:defRPr sz="1200" b="1">
                <a:solidFill>
                  <a:srgbClr val="4472C4"/>
                </a:solidFill>
              </a:defRPr>
            </a:pPr>
            <a:r>
              <a:t>4. Data Protection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Sensitive data in appsettings.json (use Azure Key Vault in production)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Stripe keys separated (publishable vs. secret)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Password never stored in plaintext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JWT signed with secret key</a:t>
            </a:r>
          </a:p>
          <a:p>
            <a:pPr>
              <a:spcBef>
                <a:spcPts val="1000"/>
              </a:spcBef>
              <a:defRPr sz="1200" b="1">
                <a:solidFill>
                  <a:srgbClr val="4472C4"/>
                </a:solidFill>
              </a:defRPr>
            </a:pPr>
            <a:r>
              <a:t>5. File Upload Security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Whitelist of allowed MIME types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Path sanitization to prevent directory traversal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Unique filename generation (GUID prefix)</a:t>
            </a:r>
          </a:p>
          <a:p>
            <a:pPr>
              <a:spcBef>
                <a:spcPts val="200"/>
              </a:spcBef>
              <a:defRPr sz="1000">
                <a:solidFill>
                  <a:srgbClr val="404040"/>
                </a:solidFill>
              </a:defRPr>
            </a:pPr>
            <a:r>
              <a:t>• Files stored outside webroot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Middleware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Custom middleware for cross-cutting concerns (logging, error handling, authentication)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8412480" cy="411480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8138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Middleware/GlobalExceptionMiddleware.cs - Centralized Error Handling</a:t>
            </a:r>
          </a:p>
          <a:p/>
          <a:p>
            <a:r>
              <a:t>public class GlobalExceptionMiddleware</a:t>
            </a:r>
          </a:p>
          <a:p>
            <a:r>
              <a:t>{</a:t>
            </a:r>
          </a:p>
          <a:p>
            <a:r>
              <a:t>    private readonly RequestDelegate _next;</a:t>
            </a:r>
          </a:p>
          <a:p>
            <a:r>
              <a:t>    private readonly ILogger&lt;GlobalExceptionMiddleware&gt; _logger;</a:t>
            </a:r>
          </a:p>
          <a:p/>
          <a:p>
            <a:r>
              <a:t>    public GlobalExceptionMiddleware(</a:t>
            </a:r>
          </a:p>
          <a:p>
            <a:r>
              <a:t>        RequestDelegate next, </a:t>
            </a:r>
          </a:p>
          <a:p>
            <a:r>
              <a:t>        ILogger&lt;GlobalExceptionMiddleware&gt; logger)</a:t>
            </a:r>
          </a:p>
          <a:p>
            <a:r>
              <a:t>    {</a:t>
            </a:r>
          </a:p>
          <a:p>
            <a:r>
              <a:t>        _next = next;</a:t>
            </a:r>
          </a:p>
          <a:p>
            <a:r>
              <a:t>        _logger = logger;</a:t>
            </a:r>
          </a:p>
          <a:p>
            <a:r>
              <a:t>    }</a:t>
            </a:r>
          </a:p>
          <a:p/>
          <a:p>
            <a:r>
              <a:t>    public async Task InvokeAsync(HttpContext context)</a:t>
            </a:r>
          </a:p>
          <a:p>
            <a:r>
              <a:t>    {</a:t>
            </a:r>
          </a:p>
          <a:p>
            <a:r>
              <a:t>        try</a:t>
            </a:r>
          </a:p>
          <a:p>
            <a:r>
              <a:t>        {</a:t>
            </a:r>
          </a:p>
          <a:p>
            <a:r>
              <a:t>            await _next(context);</a:t>
            </a:r>
          </a:p>
          <a:p>
            <a:r>
              <a:t>        }</a:t>
            </a:r>
          </a:p>
          <a:p>
            <a:r>
              <a:t>        catch (AppException ex)</a:t>
            </a:r>
          </a:p>
          <a:p>
            <a:r>
              <a:t>        {</a:t>
            </a:r>
          </a:p>
          <a:p>
            <a:r>
              <a:t>            // Known application exception - return friendly error</a:t>
            </a:r>
          </a:p>
          <a:p>
            <a:r>
              <a:t>            _logger.LogWarning(ex, "Application exception occurred");</a:t>
            </a:r>
          </a:p>
          <a:p>
            <a:r>
              <a:t>            </a:t>
            </a:r>
          </a:p>
          <a:p>
            <a:r>
              <a:t>            context.Response.StatusCode = ex.StatusCode;</a:t>
            </a:r>
          </a:p>
          <a:p>
            <a:r>
              <a:t>            context.Response.ContentType = "application/json";</a:t>
            </a:r>
          </a:p>
          <a:p>
            <a:r>
              <a:t>            </a:t>
            </a:r>
          </a:p>
          <a:p>
            <a:r>
              <a:t>            await context.Response.WriteAsJsonAsync(new </a:t>
            </a:r>
          </a:p>
          <a:p>
            <a:r>
              <a:t>            { </a:t>
            </a:r>
          </a:p>
          <a:p>
            <a:r>
              <a:t>                error = ex.Message </a:t>
            </a:r>
          </a:p>
          <a:p>
            <a:r>
              <a:t>            });</a:t>
            </a:r>
          </a:p>
          <a:p>
            <a:r>
              <a:t>        }</a:t>
            </a:r>
          </a:p>
          <a:p>
            <a:r>
              <a:t>        catch (Exception ex)</a:t>
            </a:r>
          </a:p>
          <a:p>
            <a:r>
              <a:t>        {</a:t>
            </a:r>
          </a:p>
          <a:p>
            <a:r>
              <a:t>            // Unknown exception - log details, return generic error</a:t>
            </a:r>
          </a:p>
          <a:p>
            <a:r>
              <a:t>            _logger.LogError(ex, "Unexpected error occurred");</a:t>
            </a:r>
          </a:p>
          <a:p>
            <a:r>
              <a:t>            </a:t>
            </a:r>
          </a:p>
          <a:p>
            <a:r>
              <a:t>            context.Response.StatusCode = 500;</a:t>
            </a:r>
          </a:p>
          <a:p>
            <a:r>
              <a:t>            context.Response.ContentType = "application/json";</a:t>
            </a:r>
          </a:p>
          <a:p>
            <a:r>
              <a:t>            </a:t>
            </a:r>
          </a:p>
          <a:p>
            <a:r>
              <a:t>            await context.Response.WriteAsJsonAsync(new </a:t>
            </a:r>
          </a:p>
          <a:p>
            <a:r>
              <a:t>            { </a:t>
            </a:r>
          </a:p>
          <a:p>
            <a:r>
              <a:t>                error = "Internal server error" </a:t>
            </a:r>
          </a:p>
          <a:p>
            <a:r>
              <a:t>            });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// Program.cs - Register middleware</a:t>
            </a:r>
          </a:p>
          <a:p>
            <a:r>
              <a:t>app.UseMiddleware&lt;CorrelationIdMiddleware&gt;();      // 1. Generate request ID</a:t>
            </a:r>
          </a:p>
          <a:p>
            <a:r>
              <a:t>app.UseMiddleware&lt;RequestLoggingMiddleware&gt;();     // 2. Log requests</a:t>
            </a:r>
          </a:p>
          <a:p>
            <a:r>
              <a:t>app.UseMiddleware&lt;GlobalExceptionMiddleware&gt;();    // 3. Handle errors</a:t>
            </a:r>
          </a:p>
          <a:p>
            <a:r>
              <a:t>app.UseAuthentication();                           // 4. Validate JWT</a:t>
            </a:r>
          </a:p>
          <a:p>
            <a:r>
              <a:t>app.UseMiddleware&lt;UserContextMiddleware&gt;();        // 5. Extract user claims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Implementation: Repository Pattern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04040"/>
                </a:solidFill>
              </a:defRPr>
            </a:pPr>
            <a:r>
              <a:t>Data access abstraction layer using Entity Framework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7863840" cy="4023360"/>
          </a:xfrm>
          <a:prstGeom prst="roundRect">
            <a:avLst/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75895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04040"/>
                </a:solidFill>
                <a:latin typeface="Courier New"/>
              </a:defRPr>
            </a:pPr>
            <a:r>
              <a:t>// Repositories/UserRepository.cs - Data Access Layer</a:t>
            </a:r>
          </a:p>
          <a:p/>
          <a:p>
            <a:r>
              <a:t>public class UserRepository : IUserRepository</a:t>
            </a:r>
          </a:p>
          <a:p>
            <a:r>
              <a:t>{</a:t>
            </a:r>
          </a:p>
          <a:p>
            <a:r>
              <a:t>    private readonly ApplicationDbContext _context;</a:t>
            </a:r>
          </a:p>
          <a:p/>
          <a:p>
            <a:r>
              <a:t>    public UserRepository(ApplicationDbContext context)</a:t>
            </a:r>
          </a:p>
          <a:p>
            <a:r>
              <a:t>    {</a:t>
            </a:r>
          </a:p>
          <a:p>
            <a:r>
              <a:t>        _context = context;</a:t>
            </a:r>
          </a:p>
          <a:p>
            <a:r>
              <a:t>    }</a:t>
            </a:r>
          </a:p>
          <a:p/>
          <a:p>
            <a:r>
              <a:t>    public async Task&lt;TBL01?&gt; FindByIdAsync(int userId)</a:t>
            </a:r>
          </a:p>
          <a:p>
            <a:r>
              <a:t>    {</a:t>
            </a:r>
          </a:p>
          <a:p>
            <a:r>
              <a:t>        return await _context.Users</a:t>
            </a:r>
          </a:p>
          <a:p>
            <a:r>
              <a:t>            .FirstOrDefaultAsync(u =&gt; u.L01F01 == userId);</a:t>
            </a:r>
          </a:p>
          <a:p>
            <a:r>
              <a:t>    }</a:t>
            </a:r>
          </a:p>
          <a:p/>
          <a:p>
            <a:r>
              <a:t>    public async Task&lt;TBL01?&gt; FindByEmailAsync(string email)</a:t>
            </a:r>
          </a:p>
          <a:p>
            <a:r>
              <a:t>    {</a:t>
            </a:r>
          </a:p>
          <a:p>
            <a:r>
              <a:t>        return await _context.Users</a:t>
            </a:r>
          </a:p>
          <a:p>
            <a:r>
              <a:t>            .FirstOrDefaultAsync(u =&gt; u.L01F04 == email);</a:t>
            </a:r>
          </a:p>
          <a:p>
            <a:r>
              <a:t>    }</a:t>
            </a:r>
          </a:p>
          <a:p/>
          <a:p>
            <a:r>
              <a:t>    public async Task&lt;TBL01&gt; AddAsync(TBL01 user)</a:t>
            </a:r>
          </a:p>
          <a:p>
            <a:r>
              <a:t>    {</a:t>
            </a:r>
          </a:p>
          <a:p>
            <a:r>
              <a:t>        await _context.Users.AddAsync(user);</a:t>
            </a:r>
          </a:p>
          <a:p>
            <a:r>
              <a:t>        await _context.SaveChangesAsync();</a:t>
            </a:r>
          </a:p>
          <a:p>
            <a:r>
              <a:t>        return user;</a:t>
            </a:r>
          </a:p>
          <a:p>
            <a:r>
              <a:t>    }</a:t>
            </a:r>
          </a:p>
          <a:p/>
          <a:p>
            <a:r>
              <a:t>    public async Task UpdateAsync(TBL01 user)</a:t>
            </a:r>
          </a:p>
          <a:p>
            <a:r>
              <a:t>    {</a:t>
            </a:r>
          </a:p>
          <a:p>
            <a:r>
              <a:t>        _context.Users.Update(user);</a:t>
            </a:r>
          </a:p>
          <a:p>
            <a:r>
              <a:t>        await _context.SaveChangesAsync();</a:t>
            </a:r>
          </a:p>
          <a:p>
            <a:r>
              <a:t>    }</a:t>
            </a:r>
          </a:p>
          <a:p/>
          <a:p>
            <a:r>
              <a:t>    public async Task&lt;bool&gt; EmailExistsAsync(string email)</a:t>
            </a:r>
          </a:p>
          <a:p>
            <a:r>
              <a:t>    {</a:t>
            </a:r>
          </a:p>
          <a:p>
            <a:r>
              <a:t>        return await _context.Users</a:t>
            </a:r>
          </a:p>
          <a:p>
            <a:r>
              <a:t>            .AnyAsync(u =&gt; u.L01F04 == email);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// Program.cs - Dependency Injection Registration</a:t>
            </a:r>
          </a:p>
          <a:p>
            <a:r>
              <a:t>services.AddScoped&lt;IUserRepository, UserRepository&gt;();</a:t>
            </a:r>
          </a:p>
          <a:p>
            <a:r>
              <a:t>services.AddScoped&lt;IAppointmentRepository, AppointmentRepository&gt;();</a:t>
            </a:r>
          </a:p>
          <a:p>
            <a:r>
              <a:t>services.AddScoped&lt;IPaymentRepository, PaymentRepository&gt;();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API Endpoints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5544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472C4"/>
                </a:solidFill>
              </a:defRPr>
            </a:pPr>
            <a:r>
              <a:t>Authentication (/api/auth)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/signup - Register new user (Patient/Doctor)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/login - User authentication with JWT</a:t>
            </a:r>
          </a:p>
          <a:p>
            <a:pPr>
              <a:spcBef>
                <a:spcPts val="800"/>
              </a:spcBef>
              <a:defRPr sz="1100" b="1">
                <a:solidFill>
                  <a:srgbClr val="4472C4"/>
                </a:solidFill>
              </a:defRPr>
            </a:pPr>
            <a:r>
              <a:t>Appointments (/api/appointments)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/doctors/available - List doctors with distance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/slots/available - Available slots for doctor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 - Create appointment request (Patient)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/pending, /approved, /completed - Filtered appointments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PUT /{id}/decision - Approve/Decline (Doctor)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PUT /{id}/complete - Mark completed (Doctor)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/doctor/slots - Create time slots (Doctor)</a:t>
            </a:r>
          </a:p>
          <a:p>
            <a:pPr>
              <a:spcBef>
                <a:spcPts val="800"/>
              </a:spcBef>
              <a:defRPr sz="1100" b="1">
                <a:solidFill>
                  <a:srgbClr val="4472C4"/>
                </a:solidFill>
              </a:defRPr>
            </a:pPr>
            <a:r>
              <a:t>Payments (/api/payments)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/create-intent - Create Stripe payment intent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/confirm - Confirm payment &amp; create appointment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/my-payments - Payment history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/refund/{id} - Process refund (Doctor)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/earnings - Doctor earnings dashboard</a:t>
            </a:r>
          </a:p>
          <a:p>
            <a:pPr>
              <a:spcBef>
                <a:spcPts val="800"/>
              </a:spcBef>
              <a:defRPr sz="1100" b="1">
                <a:solidFill>
                  <a:srgbClr val="4472C4"/>
                </a:solidFill>
              </a:defRPr>
            </a:pPr>
            <a:r>
              <a:t>Prescriptions (/api/prescriptions)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 - Create prescription (Doctor)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 - Get user prescriptions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/{id} - Get specific prescription</a:t>
            </a:r>
          </a:p>
          <a:p>
            <a:pPr>
              <a:spcBef>
                <a:spcPts val="800"/>
              </a:spcBef>
              <a:defRPr sz="1100" b="1">
                <a:solidFill>
                  <a:srgbClr val="4472C4"/>
                </a:solidFill>
              </a:defRPr>
            </a:pPr>
            <a:r>
              <a:t>Medical Documents (/api/medical-documents)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 - Upload document (Patient)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/patient/my-documents - Patient's documents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/{id}/download - Download document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DELETE /{id} - Delete document</a:t>
            </a:r>
          </a:p>
          <a:p>
            <a:pPr>
              <a:spcBef>
                <a:spcPts val="800"/>
              </a:spcBef>
              <a:defRPr sz="1100" b="1">
                <a:solidFill>
                  <a:srgbClr val="4472C4"/>
                </a:solidFill>
              </a:defRPr>
            </a:pPr>
            <a:r>
              <a:t>Doctor &amp; Patient (/api/doctor, /api/patient)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GET /profile - Get user profile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PUT /profile - Update profile</a:t>
            </a:r>
          </a:p>
          <a:p>
            <a:pPr>
              <a:spcBef>
                <a:spcPts val="200"/>
              </a:spcBef>
              <a:defRPr sz="900">
                <a:solidFill>
                  <a:srgbClr val="404040"/>
                </a:solidFill>
              </a:defRPr>
            </a:pPr>
            <a:r>
              <a:t>• POST /clinic - Create &amp; associate clinic (Doctor)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t>Total Endpoints: 40+ | Documentation: Swagger UI at /swagger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Key Features Implemented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Patient Features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User registration &amp; authentication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Profile management with health data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Location-based doctor search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Interactive map view (React Leaflet)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Real-time slot availability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Integrated payment (Stripe)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Appointment status tracking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Medical document upload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Digital prescription access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Payment history &amp;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Doctor Features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Professional profile setup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Multi-clinic management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Appointment slot creation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Request approval/decline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Patient medical records access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Digital prescription creation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Appointment completion tracking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Automatic refund processing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Earnings dashboard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Transaction history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Application Screenshots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828800"/>
            <a:ext cx="36576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[Landing Page Screenshot]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[Patient Dashboard Screenshot]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36576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[Doctor Dashboard Screenshot]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297680"/>
            <a:ext cx="3657600" cy="2286000"/>
          </a:xfrm>
          <a:prstGeom prst="round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[Appointment Booking Screenshot]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04040"/>
                </a:solidFill>
              </a:defRPr>
            </a:pPr>
            <a:r>
              <a:t>Replace placeholder boxes with actual application screenshots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Conclusion &amp; Future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472C4"/>
                </a:solidFill>
              </a:defRPr>
            </a:pPr>
            <a:r>
              <a:t>Project Achievements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Full-stack healthcare appointment system with 40+ API endpoints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Secure authentication using JWT and BCrypt password hashing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Integrated Stripe payment gateway with automatic refund processing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Location-based doctor search using Haversine formula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Digital prescription and medical document management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Clean architecture with Repository and Service patterns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Responsive React frontend with Redux state management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✓ Comprehensive database design with 11 normalized tables</a:t>
            </a:r>
          </a:p>
          <a:p>
            <a:br/>
            <a:pPr>
              <a:spcBef>
                <a:spcPts val="1200"/>
              </a:spcBef>
              <a:defRPr sz="1400" b="1">
                <a:solidFill>
                  <a:srgbClr val="4472C4"/>
                </a:solidFill>
              </a:defRPr>
            </a:pPr>
            <a:r>
              <a:t>Future Enhancements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Video consultation integration (Twilio/Agora)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Email/SMS notification system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Patient review and rating system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AI-powered doctor recommendations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Mobile application (React Native/Flutter)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Insurance integration</a:t>
            </a:r>
          </a:p>
          <a:p>
            <a:pPr>
              <a:spcBef>
                <a:spcPts val="400"/>
              </a:spcBef>
              <a:defRPr sz="1000">
                <a:solidFill>
                  <a:srgbClr val="404040"/>
                </a:solidFill>
              </a:defRPr>
            </a:pPr>
            <a:r>
              <a:t>• Advanced analytics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F4E79"/>
                </a:solidFill>
              </a:defRPr>
            </a:pPr>
            <a: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97280"/>
            <a:ext cx="82296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[1] Microsoft. (2024). ASP.NET Core Documentation. https://docs.microsoft.com/aspnet/core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[2] React Team. (2024). React Documentation. https://react.dev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[3] Stripe. (2024). Stripe API Documentation. https://stripe.com/docs/api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[4] Entity Framework Core. (2024). EF Core Documentation. https://docs.microsoft.com/ef/core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[5] Redux Toolkit. (2024). Redux Documentation. https://redux-toolkit.js.org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[6] Tailwind Labs. (2024). Tailwind CSS Documentation. https://tailwindcss.com/docs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[7] Leaflet. (2024). React Leaflet Documentation. https://react-leaflet.js.org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[8] JSON Web Tokens. (2024). JWT Introduction. https://jwt.io/introduction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[9] BCrypt. (2024). BCrypt.Net Documentation. https://github.com/BcryptNet/bcrypt.net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  <a:r>
              <a:t>[10] MySQL. (2024). MySQL 8.0 Reference Manual. https://dev.mysql.com/doc</a:t>
            </a:r>
          </a:p>
          <a:p>
            <a:pPr>
              <a:spcBef>
                <a:spcPts val="600"/>
              </a:spcBef>
              <a:defRPr sz="9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defRPr sz="900" i="1">
                <a:solidFill>
                  <a:srgbClr val="646464"/>
                </a:solidFill>
              </a:defRPr>
            </a:pPr>
            <a:r>
              <a:t>[Add project-specific references as needed]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